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IONIC_FRAMEWORK | Category: MOBILE</a:t>
            </a:r>
          </a:p>
          <a:p>
            <a:r>
              <a:rPr sz="1400"/>
              <a:t>Upstream: https://github.com/ionic-team/ionic-framework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IONIC_FRAMEWORK.</a:t>
            </a:r>
          </a:p>
          <a:p>
            <a:r>
              <a:rPr sz="1400"/>
              <a:t>Hybrid mobile app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IONIC_FRAMEWORK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