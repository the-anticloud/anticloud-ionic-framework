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https://github.com/ionic-team/ionic-framework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anticloud-ionic-framework</a:t>
            </a:r>
          </a:p>
          <a:p>
            <a:r>
              <a:rPr sz="1400"/>
              <a:t>anticloud-ionic-framework --offline --pax-local</a:t>
            </a:r>
          </a:p>
          <a:p>
            <a:r>
              <a:rPr sz="1400"/>
              <a:t>anticloud-ionic-framework --aioss-log ./ledger.jsonl</a:t>
            </a:r>
          </a:p>
          <a:p>
            <a:r>
              <a:rPr sz="1400"/>
              <a:t>./ionic_framework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